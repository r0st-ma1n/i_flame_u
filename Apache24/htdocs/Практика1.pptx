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6" r:id="rId6"/>
    <p:sldId id="258" r:id="rId7"/>
    <p:sldId id="284" r:id="rId8"/>
    <p:sldId id="257" r:id="rId9"/>
    <p:sldId id="279" r:id="rId10"/>
    <p:sldId id="285" r:id="rId11"/>
    <p:sldId id="287" r:id="rId12"/>
    <p:sldId id="281" r:id="rId13"/>
    <p:sldId id="282" r:id="rId14"/>
    <p:sldId id="277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BE29-FD55-4054-AE13-B9AEC473B620}" v="1" dt="2021-11-28T16:22:51.373"/>
    <p1510:client id="{25E12382-1ECB-46EE-9FC2-A4D512CA75FE}" v="6" dt="2021-10-29T14:35:58.545"/>
    <p1510:client id="{8E2B1D04-9FFE-4EC9-954D-380398DBC393}" v="3" dt="2021-11-15T18:53:16.436"/>
    <p1510:client id="{A99AA16B-BB75-4370-BAE6-6CE0DDEBC310}" v="18" dt="2021-10-29T14:36:22.079"/>
    <p1510:client id="{ADBCCD9C-C4D5-4B26-9D71-B3564A57DA4F}" v="1" dt="2021-10-29T12:49:16.679"/>
    <p1510:client id="{EC3748BE-0A8E-4FD6-A0FF-020CE8DA5FFD}" v="1" dt="2020-07-09T06:47:49.297"/>
    <p1510:client id="{F06BC75C-B377-45F4-8DCF-BB25C39B34A3}" v="1" dt="2021-11-15T18:40:46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Замыслов Кирилл Николаевич" userId="S::knzamyslov@stud.kpfu.ru::1d96fa5c-fe25-4c33-a2f9-837a0a9767e2" providerId="AD" clId="Web-{8E2B1D04-9FFE-4EC9-954D-380398DBC393}"/>
    <pc:docChg chg="modSld">
      <pc:chgData name="Замыслов Кирилл Николаевич" userId="S::knzamyslov@stud.kpfu.ru::1d96fa5c-fe25-4c33-a2f9-837a0a9767e2" providerId="AD" clId="Web-{8E2B1D04-9FFE-4EC9-954D-380398DBC393}" dt="2021-11-15T18:53:16.436" v="2" actId="14100"/>
      <pc:docMkLst>
        <pc:docMk/>
      </pc:docMkLst>
      <pc:sldChg chg="modSp">
        <pc:chgData name="Замыслов Кирилл Николаевич" userId="S::knzamyslov@stud.kpfu.ru::1d96fa5c-fe25-4c33-a2f9-837a0a9767e2" providerId="AD" clId="Web-{8E2B1D04-9FFE-4EC9-954D-380398DBC393}" dt="2021-11-15T18:42:26.456" v="0" actId="1076"/>
        <pc:sldMkLst>
          <pc:docMk/>
          <pc:sldMk cId="2597652061" sldId="281"/>
        </pc:sldMkLst>
        <pc:spChg chg="mod">
          <ac:chgData name="Замыслов Кирилл Николаевич" userId="S::knzamyslov@stud.kpfu.ru::1d96fa5c-fe25-4c33-a2f9-837a0a9767e2" providerId="AD" clId="Web-{8E2B1D04-9FFE-4EC9-954D-380398DBC393}" dt="2021-11-15T18:42:26.456" v="0" actId="1076"/>
          <ac:spMkLst>
            <pc:docMk/>
            <pc:sldMk cId="2597652061" sldId="281"/>
            <ac:spMk id="5" creationId="{00000000-0000-0000-0000-000000000000}"/>
          </ac:spMkLst>
        </pc:spChg>
      </pc:sldChg>
      <pc:sldChg chg="modSp">
        <pc:chgData name="Замыслов Кирилл Николаевич" userId="S::knzamyslov@stud.kpfu.ru::1d96fa5c-fe25-4c33-a2f9-837a0a9767e2" providerId="AD" clId="Web-{8E2B1D04-9FFE-4EC9-954D-380398DBC393}" dt="2021-11-15T18:53:16.436" v="2" actId="14100"/>
        <pc:sldMkLst>
          <pc:docMk/>
          <pc:sldMk cId="4028193767" sldId="282"/>
        </pc:sldMkLst>
        <pc:picChg chg="mod">
          <ac:chgData name="Замыслов Кирилл Николаевич" userId="S::knzamyslov@stud.kpfu.ru::1d96fa5c-fe25-4c33-a2f9-837a0a9767e2" providerId="AD" clId="Web-{8E2B1D04-9FFE-4EC9-954D-380398DBC393}" dt="2021-11-15T18:53:16.436" v="2" actId="14100"/>
          <ac:picMkLst>
            <pc:docMk/>
            <pc:sldMk cId="4028193767" sldId="282"/>
            <ac:picMk id="3075" creationId="{00000000-0000-0000-0000-000000000000}"/>
          </ac:picMkLst>
        </pc:picChg>
      </pc:sldChg>
    </pc:docChg>
  </pc:docChgLst>
  <pc:docChgLst>
    <pc:chgData name="Трандафилиди Никита Сергеевич" userId="S::nstrandafilidi@stud.kpfu.ru::5a88cc63-2b6c-4178-b2e6-06ecf0078f8e" providerId="AD" clId="Web-{048CBE29-FD55-4054-AE13-B9AEC473B620}"/>
    <pc:docChg chg="modSld">
      <pc:chgData name="Трандафилиди Никита Сергеевич" userId="S::nstrandafilidi@stud.kpfu.ru::5a88cc63-2b6c-4178-b2e6-06ecf0078f8e" providerId="AD" clId="Web-{048CBE29-FD55-4054-AE13-B9AEC473B620}" dt="2021-11-28T16:22:51.373" v="0" actId="1076"/>
      <pc:docMkLst>
        <pc:docMk/>
      </pc:docMkLst>
      <pc:sldChg chg="modSp">
        <pc:chgData name="Трандафилиди Никита Сергеевич" userId="S::nstrandafilidi@stud.kpfu.ru::5a88cc63-2b6c-4178-b2e6-06ecf0078f8e" providerId="AD" clId="Web-{048CBE29-FD55-4054-AE13-B9AEC473B620}" dt="2021-11-28T16:22:51.373" v="0" actId="1076"/>
        <pc:sldMkLst>
          <pc:docMk/>
          <pc:sldMk cId="2597652061" sldId="281"/>
        </pc:sldMkLst>
        <pc:picChg chg="mod">
          <ac:chgData name="Трандафилиди Никита Сергеевич" userId="S::nstrandafilidi@stud.kpfu.ru::5a88cc63-2b6c-4178-b2e6-06ecf0078f8e" providerId="AD" clId="Web-{048CBE29-FD55-4054-AE13-B9AEC473B620}" dt="2021-11-28T16:22:51.373" v="0" actId="1076"/>
          <ac:picMkLst>
            <pc:docMk/>
            <pc:sldMk cId="2597652061" sldId="281"/>
            <ac:picMk id="1026" creationId="{00000000-0000-0000-0000-000000000000}"/>
          </ac:picMkLst>
        </pc:picChg>
      </pc:sldChg>
    </pc:docChg>
  </pc:docChgLst>
  <pc:docChgLst>
    <pc:chgData name="Замыслов Кирилл Николаевич" userId="S::knzamyslov@stud.kpfu.ru::1d96fa5c-fe25-4c33-a2f9-837a0a9767e2" providerId="AD" clId="Web-{F06BC75C-B377-45F4-8DCF-BB25C39B34A3}"/>
    <pc:docChg chg="modSld">
      <pc:chgData name="Замыслов Кирилл Николаевич" userId="S::knzamyslov@stud.kpfu.ru::1d96fa5c-fe25-4c33-a2f9-837a0a9767e2" providerId="AD" clId="Web-{F06BC75C-B377-45F4-8DCF-BB25C39B34A3}" dt="2021-11-15T18:40:46.990" v="0" actId="1076"/>
      <pc:docMkLst>
        <pc:docMk/>
      </pc:docMkLst>
      <pc:sldChg chg="modSp">
        <pc:chgData name="Замыслов Кирилл Николаевич" userId="S::knzamyslov@stud.kpfu.ru::1d96fa5c-fe25-4c33-a2f9-837a0a9767e2" providerId="AD" clId="Web-{F06BC75C-B377-45F4-8DCF-BB25C39B34A3}" dt="2021-11-15T18:40:46.990" v="0" actId="1076"/>
        <pc:sldMkLst>
          <pc:docMk/>
          <pc:sldMk cId="2597652061" sldId="281"/>
        </pc:sldMkLst>
        <pc:picChg chg="mod">
          <ac:chgData name="Замыслов Кирилл Николаевич" userId="S::knzamyslov@stud.kpfu.ru::1d96fa5c-fe25-4c33-a2f9-837a0a9767e2" providerId="AD" clId="Web-{F06BC75C-B377-45F4-8DCF-BB25C39B34A3}" dt="2021-11-15T18:40:46.990" v="0" actId="1076"/>
          <ac:picMkLst>
            <pc:docMk/>
            <pc:sldMk cId="2597652061" sldId="281"/>
            <ac:picMk id="1026" creationId="{00000000-0000-0000-0000-000000000000}"/>
          </ac:picMkLst>
        </pc:picChg>
      </pc:sldChg>
    </pc:docChg>
  </pc:docChgLst>
  <pc:docChgLst>
    <pc:chgData name="Митрофанов Илья Алексеевич" userId="S::iamitrofanov@stud.kpfu.ru::f70607f1-960b-4cca-b1cd-e466334bd4bd" providerId="AD" clId="Web-{25E12382-1ECB-46EE-9FC2-A4D512CA75FE}"/>
    <pc:docChg chg="modSld">
      <pc:chgData name="Митрофанов Илья Алексеевич" userId="S::iamitrofanov@stud.kpfu.ru::f70607f1-960b-4cca-b1cd-e466334bd4bd" providerId="AD" clId="Web-{25E12382-1ECB-46EE-9FC2-A4D512CA75FE}" dt="2021-10-29T14:35:58.545" v="5" actId="1076"/>
      <pc:docMkLst>
        <pc:docMk/>
      </pc:docMkLst>
      <pc:sldChg chg="modSp">
        <pc:chgData name="Митрофанов Илья Алексеевич" userId="S::iamitrofanov@stud.kpfu.ru::f70607f1-960b-4cca-b1cd-e466334bd4bd" providerId="AD" clId="Web-{25E12382-1ECB-46EE-9FC2-A4D512CA75FE}" dt="2021-10-29T14:35:58.545" v="5" actId="1076"/>
        <pc:sldMkLst>
          <pc:docMk/>
          <pc:sldMk cId="2597652061" sldId="281"/>
        </pc:sldMkLst>
        <pc:picChg chg="mod">
          <ac:chgData name="Митрофанов Илья Алексеевич" userId="S::iamitrofanov@stud.kpfu.ru::f70607f1-960b-4cca-b1cd-e466334bd4bd" providerId="AD" clId="Web-{25E12382-1ECB-46EE-9FC2-A4D512CA75FE}" dt="2021-10-29T14:35:58.545" v="5" actId="1076"/>
          <ac:picMkLst>
            <pc:docMk/>
            <pc:sldMk cId="2597652061" sldId="281"/>
            <ac:picMk id="1026" creationId="{00000000-0000-0000-0000-000000000000}"/>
          </ac:picMkLst>
        </pc:picChg>
      </pc:sldChg>
    </pc:docChg>
  </pc:docChgLst>
  <pc:docChgLst>
    <pc:chgData name="Тукальский Сергей" userId="S::sdtukalskij@stud.kpfu.ru::9d278da0-4bfa-461a-bf4d-36bac47bbfa5" providerId="AD" clId="Web-{EC3748BE-0A8E-4FD6-A0FF-020CE8DA5FFD}"/>
    <pc:docChg chg="delSld">
      <pc:chgData name="Тукальский Сергей" userId="S::sdtukalskij@stud.kpfu.ru::9d278da0-4bfa-461a-bf4d-36bac47bbfa5" providerId="AD" clId="Web-{EC3748BE-0A8E-4FD6-A0FF-020CE8DA5FFD}" dt="2020-07-09T06:47:49.297" v="0"/>
      <pc:docMkLst>
        <pc:docMk/>
      </pc:docMkLst>
      <pc:sldChg chg="del">
        <pc:chgData name="Тукальский Сергей" userId="S::sdtukalskij@stud.kpfu.ru::9d278da0-4bfa-461a-bf4d-36bac47bbfa5" providerId="AD" clId="Web-{EC3748BE-0A8E-4FD6-A0FF-020CE8DA5FFD}" dt="2020-07-09T06:47:49.297" v="0"/>
        <pc:sldMkLst>
          <pc:docMk/>
          <pc:sldMk cId="3122647815" sldId="278"/>
        </pc:sldMkLst>
      </pc:sldChg>
    </pc:docChg>
  </pc:docChgLst>
  <pc:docChgLst>
    <pc:chgData name="Баширов Эльмар Эльдарович" userId="S::elebashirov@stud.kpfu.ru::132cf48f-b744-480f-89e1-921de6b30878" providerId="AD" clId="Web-{A99AA16B-BB75-4370-BAE6-6CE0DDEBC310}"/>
    <pc:docChg chg="modSld">
      <pc:chgData name="Баширов Эльмар Эльдарович" userId="S::elebashirov@stud.kpfu.ru::132cf48f-b744-480f-89e1-921de6b30878" providerId="AD" clId="Web-{A99AA16B-BB75-4370-BAE6-6CE0DDEBC310}" dt="2021-10-29T14:36:21.344" v="15" actId="20577"/>
      <pc:docMkLst>
        <pc:docMk/>
      </pc:docMkLst>
      <pc:sldChg chg="modSp">
        <pc:chgData name="Баширов Эльмар Эльдарович" userId="S::elebashirov@stud.kpfu.ru::132cf48f-b744-480f-89e1-921de6b30878" providerId="AD" clId="Web-{A99AA16B-BB75-4370-BAE6-6CE0DDEBC310}" dt="2021-10-29T14:36:21.344" v="15" actId="20577"/>
        <pc:sldMkLst>
          <pc:docMk/>
          <pc:sldMk cId="2597652061" sldId="281"/>
        </pc:sldMkLst>
        <pc:spChg chg="mod">
          <ac:chgData name="Баширов Эльмар Эльдарович" userId="S::elebashirov@stud.kpfu.ru::132cf48f-b744-480f-89e1-921de6b30878" providerId="AD" clId="Web-{A99AA16B-BB75-4370-BAE6-6CE0DDEBC310}" dt="2021-10-29T14:36:21.344" v="15" actId="20577"/>
          <ac:spMkLst>
            <pc:docMk/>
            <pc:sldMk cId="2597652061" sldId="281"/>
            <ac:spMk id="2" creationId="{00000000-0000-0000-0000-000000000000}"/>
          </ac:spMkLst>
        </pc:spChg>
        <pc:picChg chg="mod">
          <ac:chgData name="Баширов Эльмар Эльдарович" userId="S::elebashirov@stud.kpfu.ru::132cf48f-b744-480f-89e1-921de6b30878" providerId="AD" clId="Web-{A99AA16B-BB75-4370-BAE6-6CE0DDEBC310}" dt="2021-10-29T14:36:03.219" v="1" actId="1076"/>
          <ac:picMkLst>
            <pc:docMk/>
            <pc:sldMk cId="2597652061" sldId="281"/>
            <ac:picMk id="1026" creationId="{00000000-0000-0000-0000-000000000000}"/>
          </ac:picMkLst>
        </pc:picChg>
      </pc:sldChg>
    </pc:docChg>
  </pc:docChgLst>
  <pc:docChgLst>
    <pc:chgData name="Дарземанов Альмир Ильшатович" userId="S::alidarzemanov@stud.kpfu.ru::522c44d9-027e-4986-b78b-6e6dea21814b" providerId="AD" clId="Web-{ADBCCD9C-C4D5-4B26-9D71-B3564A57DA4F}"/>
    <pc:docChg chg="modSld">
      <pc:chgData name="Дарземанов Альмир Ильшатович" userId="S::alidarzemanov@stud.kpfu.ru::522c44d9-027e-4986-b78b-6e6dea21814b" providerId="AD" clId="Web-{ADBCCD9C-C4D5-4B26-9D71-B3564A57DA4F}" dt="2021-10-29T12:49:16.679" v="0" actId="14100"/>
      <pc:docMkLst>
        <pc:docMk/>
      </pc:docMkLst>
      <pc:sldChg chg="modSp">
        <pc:chgData name="Дарземанов Альмир Ильшатович" userId="S::alidarzemanov@stud.kpfu.ru::522c44d9-027e-4986-b78b-6e6dea21814b" providerId="AD" clId="Web-{ADBCCD9C-C4D5-4B26-9D71-B3564A57DA4F}" dt="2021-10-29T12:49:16.679" v="0" actId="14100"/>
        <pc:sldMkLst>
          <pc:docMk/>
          <pc:sldMk cId="705042160" sldId="277"/>
        </pc:sldMkLst>
        <pc:spChg chg="mod">
          <ac:chgData name="Дарземанов Альмир Ильшатович" userId="S::alidarzemanov@stud.kpfu.ru::522c44d9-027e-4986-b78b-6e6dea21814b" providerId="AD" clId="Web-{ADBCCD9C-C4D5-4B26-9D71-B3564A57DA4F}" dt="2021-10-29T12:49:16.679" v="0" actId="14100"/>
          <ac:spMkLst>
            <pc:docMk/>
            <pc:sldMk cId="705042160" sldId="27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78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98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547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074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29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315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24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486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42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49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15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92405-499A-4F65-996A-AB25EB93378C}" type="datetimeFigureOut">
              <a:rPr lang="ru-RU" smtClean="0"/>
              <a:t>28.11.2021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A6BC2-9C1E-45F4-AC42-86439A92E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71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jetbrains.com/ru-ru/webstorm/" TargetMode="External"/><Relationship Id="rId7" Type="http://schemas.openxmlformats.org/officeDocument/2006/relationships/image" Target="../media/image5.png"/><Relationship Id="rId2" Type="http://schemas.openxmlformats.org/officeDocument/2006/relationships/hyperlink" Target="http://notepad-plus-plu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ru/docs/Web/JavaScript" TargetMode="External"/><Relationship Id="rId2" Type="http://schemas.openxmlformats.org/officeDocument/2006/relationships/hyperlink" Target="http://htmlbook.ru/html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metanit.com/web/javascript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3573016"/>
            <a:ext cx="7772400" cy="1470025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ru-RU" b="1"/>
            </a:br>
            <a:r>
              <a:rPr lang="ru-RU" b="1"/>
              <a:t>Создание приложений в </a:t>
            </a:r>
            <a:r>
              <a:rPr lang="en-US" b="1"/>
              <a:t>JavaScript</a:t>
            </a:r>
            <a:br>
              <a:rPr lang="en-US" b="1"/>
            </a:br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3419872" y="500044"/>
            <a:ext cx="5148064" cy="147002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Ознакомительная практика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29" y="5013176"/>
            <a:ext cx="7811132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800">
                <a:latin typeface="Times New Roman" pitchFamily="18" charset="0"/>
                <a:cs typeface="Times New Roman" pitchFamily="18" charset="0"/>
              </a:rPr>
              <a:t>Старший преподаватель кафедры технологий программирования Бурнашев Рустам </a:t>
            </a:r>
            <a:r>
              <a:rPr lang="ru-RU" sz="2800" err="1">
                <a:latin typeface="Times New Roman" pitchFamily="18" charset="0"/>
                <a:cs typeface="Times New Roman" pitchFamily="18" charset="0"/>
              </a:rPr>
              <a:t>Арифович</a:t>
            </a:r>
            <a:endParaRPr lang="ru-RU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AutoShape 2" descr="Институт вычислительной математики и информационных технологий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8688"/>
            <a:ext cx="3178944" cy="2384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926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/>
              <a:t>Наименование темы: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2276872"/>
            <a:ext cx="7850689" cy="3744416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Введение в </a:t>
            </a:r>
            <a:r>
              <a:rPr lang="en-US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JavaScript</a:t>
            </a:r>
            <a:endParaRPr lang="ru-RU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Создание первой </a:t>
            </a:r>
            <a:r>
              <a:rPr lang="en-US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формы</a:t>
            </a:r>
          </a:p>
          <a:p>
            <a:pPr marL="0" indent="0">
              <a:buNone/>
            </a:pP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Создание и подключение </a:t>
            </a:r>
            <a:r>
              <a:rPr lang="en-US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JS</a:t>
            </a:r>
            <a:endParaRPr lang="ru-RU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Типы данных в </a:t>
            </a:r>
            <a:r>
              <a:rPr lang="en-US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JS</a:t>
            </a:r>
            <a:endParaRPr lang="ru-RU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Вывод результата</a:t>
            </a:r>
            <a:r>
              <a:rPr lang="en-US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 экран (*</a:t>
            </a:r>
            <a:r>
              <a:rPr lang="en-US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alert </a:t>
            </a: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console.log</a:t>
            </a: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endParaRPr lang="ru-RU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0134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ru-RU"/>
              <a:t>Программные инструменты</a:t>
            </a:r>
            <a:r>
              <a:rPr lang="en-US"/>
              <a:t> </a:t>
            </a:r>
            <a:r>
              <a:rPr lang="ru-RU"/>
              <a:t>и полезная 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 </a:t>
            </a:r>
            <a:r>
              <a:rPr lang="en-US" b="1"/>
              <a:t>Notepad++</a:t>
            </a:r>
            <a:r>
              <a:rPr lang="ru-RU" b="1"/>
              <a:t> (</a:t>
            </a:r>
            <a:r>
              <a:rPr lang="en-US" b="1">
                <a:hlinkClick r:id="rId2"/>
              </a:rPr>
              <a:t>http://notepad-plus-plus.org/</a:t>
            </a:r>
            <a:r>
              <a:rPr lang="ru-RU" b="1"/>
              <a:t>)</a:t>
            </a:r>
          </a:p>
          <a:p>
            <a:endParaRPr lang="ru-RU" b="1"/>
          </a:p>
          <a:p>
            <a:endParaRPr lang="ru-RU" b="1"/>
          </a:p>
          <a:p>
            <a:endParaRPr lang="en-US" b="1"/>
          </a:p>
          <a:p>
            <a:r>
              <a:rPr lang="en-US" b="1" err="1"/>
              <a:t>WebStorm</a:t>
            </a:r>
            <a:endParaRPr lang="ru-RU" b="1"/>
          </a:p>
          <a:p>
            <a:pPr marL="0" indent="0">
              <a:buNone/>
            </a:pPr>
            <a:r>
              <a:rPr lang="en-US">
                <a:hlinkClick r:id="rId3"/>
              </a:rPr>
              <a:t>(https://www.jetbrains.com/ru-ru/webstorm/</a:t>
            </a:r>
            <a:r>
              <a:rPr lang="en-US"/>
              <a:t>)</a:t>
            </a:r>
            <a:endParaRPr lang="ru-RU" b="1"/>
          </a:p>
          <a:p>
            <a:r>
              <a:rPr lang="ru-RU"/>
              <a:t> </a:t>
            </a:r>
            <a:r>
              <a:rPr lang="ru-RU" b="1"/>
              <a:t>Веб-браузер</a:t>
            </a:r>
            <a:r>
              <a:rPr lang="ru-RU"/>
              <a:t> для запуска и проверки написанных веб-страниц</a:t>
            </a:r>
          </a:p>
        </p:txBody>
      </p:sp>
      <p:sp>
        <p:nvSpPr>
          <p:cNvPr id="4" name="AutoShape 2" descr="data:image/png;base64,iVBORw0KGgoAAAANSUhEUgAAAJcAAABtCAMAAACbSAM0AAABU1BMVEX///8AAAD9/v6w1XkRCgwOBgiVlJS/vr8bFhiMiouEgoIgGx2YzXDGxcWcnJz29vbg39/V1dU0MDHs7Ox9xW4kHyBgXV59e3y4t7dZV1gqJicXEhNnZWY8OTqg0HFzcXJqam+Oym9MSk2op6c3MCfo0HysllwNAAhFQkNfVTufjFgYDRSLu4hmv3KU0I6pzHWXtmlpumBeilOeWmLTfIbs1IuQgE97bEPbwWv933hoXDy2oVw+NB0vMixET0FTaFA1PTIWARNuj2ug15x+qXl7xYFjf2CJyX5KWkchEx13nXRFVTdZdkeCsGRYZEFgb0d+lVhaZldvgk86SDEaDyJ5hGWfsoStz4WBkmeErnBrol0lHSxrdmo2KTdrmmCfuXhws2lGZD2LnoQDHgB/iHYgNRi5oKKZhYeMWF5BJyrWvnm1bXVKQjQAABa/rHR3RUsaGQrBhACKAAAMrUlEQVR4nO2b61vbRhaHPUaXsQbdLUsaSVYtkUhBCThOGigs2CYUI2ALhPQCKSl0u902Jdn+/592RrKNDSHhJsiH/T15jG5Gb845c+bMhVLp6tJDN7B909Kv8d0CZcWAYQGRrd43yohk02GMwLRCF7OGdd80p+IA4/FleqTaLBDvG2cg3WMCtVSmKik2iJXhDaviE1Us+V64JKD1sQiYHgA3M50eBjTgGId+SuV74NJAZYBFwHgAQnJRrQEWYDMURdFEjHMPUacAqJ9ylUsVxuBLPI6wK8qZmcpKjUV3bzAJ+HJ5RLLEYoFlAxL/Q+dqQLpzLpP4bZSrVOaB43hjNuRArWiMsiKasaZpNYFXaXbXbUMc4yLm8Rx7FKtcUg2v2ISrh6YG2IQqAkbA8SUl9tRxrrLsA26kJQzgC6TiMGQSuLTcbreXO0tJwhiej8dtQ0mkES7Zcq2S7IICW6ToAdjF7ZXHMy+pVlfaaQKd3GfZAwOuEJjDYw4AU5ZrbHFcoeEkGoGaefLkybffZmiP1yCElKvEuW5F6cOULFYYHKosgrYsu8X5UQIQt1/O9J701ev1ZmZ6M+sJ4SIWchwQD2D4Uy5FY1i/rHqe8vk3XEshC9ONl70qRaIf1Vy9DYP0QjSZGlAb2gsIQz+KtseXxMLyhAgh3ng5U60+yf5VB1wzjzsRCR0LGMawOyLWG3KRdEayvknuFSLZc4wV4rbqUI1G9tnrbUYmyfc+C4JhuxRGuLKE5oCC0lcFJGsz1V7ORYkak5OT5Af53Eo0YhE55PRhaqhR84xwVYBWDJaKk2USWzkXQaJUVPT4n12g5IliaB4G2pZSHp6rWlZi3L7KFRavzgw8ODmuideRNN5BkmCDwDP7HXdJ9qO4mNaoMMnaS2qryUbjDNVkfeK7RFPHuGwn7aCEcfzMjrLPMAUl1QprPJ7pB1Wfpj45UScf9LBpOLEy0h+qRne7ubMJE5Z21rrLsm4xWGUt2SVYDcJRn6DKP4kLM7CJV10n1gfhRd22PDsxMdvcToj/lNhhisqpoYMfEx9OnFG9TtmoJ18ZCQpp0UOiX/dZ3MwfaHYiVwORWxCW7EZtYq6zWAM6CrYzlbC2JOolxbJB99XgXhM60OeLGoOrjrHRqzYu4Mp8WZ/dNBIGGhg5SfLd6b2dBBVXD3Kg87h33o1jYJMTze9gl6qzM3t6a3Yv8gsbPHpJm7TF+oVcfV/ONndevdppzo5dbyFYVIEjg26z/imqi2DrE41GYy+xC+LiwevZc6/8LGedpOCJeqOxlYCCuDgwCOTvfxgB+wwZwWpM1hst7OCCuNzuDgFpVOvbibZf/3HI1Qf7ZXZ256cz1iRIDar99htH44vBUuIOSZOktFlJ083qwdIuzfb1IdhPb3aar9cnGvWJ6tMsldQbffVW17WE0Yqqn/l0m7ysWt2OHHRQXe969KSavZkYZXbpfXP7/U/1p43GU6LJX7Z/3u8RQ+1v1A67JKuahU1sWmCHmqsVuS6sVg1k/JB5ta8D/Ka5HDXrTzMdbXlp4u1ut+PDbuIwIBYLS15lISJBXD3q1sqCU22lDhN5v/3Q/LFfUb/Fh80l7ZfmEdHGbjdNDIOOxhngaLZQlAtzLo06bpOM/wjXVmoKMUiiN/Zaa2N1o7W2bGjNJfj6MLDjNErQXifxpADHvmSpxU4SlgWPePHAIANogekdp3xJVqGBYJIinKYsy6RHHYixgTU7MNLW0VIiy7pe/MRlWUiJuY4j0ptY0UYrIZVnGaKlvSTws7lTAa0dI1XPXGaCYP+ALaaUP6cKS8yVQnKkeOtHDHmr5XS3toAoU5G0m3Q08oOaSNfA7v7eV2TgUVwRUc7mIMuy4jK//hpDTdYVMXh9cNBRBYA2SaANHpRdBiu68C+BgrmRvZaGvx3/G0uFJIiy+Pt/fg9DSXCRg7pdiKBtY5BsrqzseSzSVlb3Tkt2i106/PngqONaqq667G5rudNasUGNF0WLildua25V54I/nj9/hqUYGAhNZcIQoePOCTkiNTPWUhwMFCfLraO3HRRBzfM02DnGSarRr5xokEjz4rjmc6Eo37gxIPDf58//+lNQcWBOTb97QPVuId06iF58/fXXD+ceTU09mpt7kWlubu7ksLr1+tHDh4uLiw8XjL2TaXI0P//gm2/mp6egIZPaWvLp4pEnqDezHCLWev4XUCVgeicPp6enFxc/LC50V6rdkw8fPjyYf7HwIofNtfCaZIc5yvJu8ZGBHr2bz6iI5h8lbPYbFQ8ZBowwdyObaX89z+zFActnpk6IpjBx6JvVFnyfvDdggiCcWnjU18JUd2PJID8XFsiD5EmMMXEiPX0PtbxaVWOEIMOimxXVmHI9/8MTnFBg5j68I/rw4cWcg9fWE+KvvqapMj8m3x+nmX0ezC++mHtIDEdcujj/zeKU48q0EYUuAJpdscSbNdLKn//949mzZ4nDMogxMoNRmxkM1LQpElcPRzU9dwI7K92Tf+Sayh+nYb8wR7j40I89OoST5Rs3SznkBhJ8F3srnagiEoU2iV4cfJXJju38wHcR8jD0s+crGK13ukna2TIgjhka7ZUiigqSWANtf6s/y62roajoWaInnWD/QJZD8vqw/3IJLO+3OntHa5DldVW11MKKCj89OPrM/JWsDgOnXAGHq0cbh1HhC7ccaFWXhNErvER00fC+7IMojYBX+LKtCH6uHnun57IAAfM3k2oXLJGV+Vpcu4ONATLwSBU9DBPFBZ2tlY23xwgI97M+PFAQ7R/8PTCOGEd7a+vLy+3HrbTAtZXLKAS71b0gN5iCnc5uhGzBxvutLhgYTJeypT/+rAErWLtOnInGZcJTwUszrSi3DQeMDiuQ2l0B7WpnsAqrB4CmKoatnMmdAutcZ1grAniJr5XNaK0HsZy/yDA43QzLJbN71Or255lDAANL5DACZwwmMJd5wUe40GW+psLD/RbgskMHoVC2ga0rRvuoE+V5jWOz9QyTuVuukksjLJu9LZusgUx79+8KiZ3ecX/WjXDRm5W75tJxd/8tMGnwKB5e1pJ1Mm7j8cZBl71XrpIUrff2ErX/HY8FNaWkaFvVNF+PujcuudbdOIiC7Fip+FxWEAftXgfw98pVUsHh/nHEjV0L1qtL981FEtf6fscYfVr3Nokf75tL9qPd1SVgnSZOK229TTOe++QiWZ+A7XWFwRBfjY2DvQTfb3vMQIxod/+YQbEf8nzopktv20mUd0T3ylUScRSvruxFEd1pFh232l1g65/mqjDXWla4GhfpjwDe/e379nqnvbbW7kQa16/+LuBSfA+hwHXtqxaJV+QqyVxMLJVASHcNYW7YBi7gUgFjGNS4Vx17XJWLmIAXAlJpabErjcxxneEazJDoousgThTzsmx8EnHMhHp5/JaacylK/ylducScUH9ZdlSjXKKtYYzdPKyGcc+PXtUFj5zElfw/YQXkRPPV01uahjIuiPq7VEwIrjVeGOGyGIcFgHXyEeeAKxxcpWe6x9JNmg4wKRgH6AnDOBSMFJj0DBoZF8sMuJibcuku4wiKIjCOPcJVDog/FYVzsqsWhIGi8GRATs0HkCEpqg9ZOhTkEfRERcS5vRhnwOXcmKvGZK3PGOfS8jewkI73pLyKDEG29wo4dOpRwYxJkVG2XdgCt8/F1qh3tDNcjHuOy+pzMf45LvE817WGhONc+pW4GGx+lEu0eOJvy1IVy7IhG1rX6DiuyBWNconZzMo5LtEGwDAgABWLNBGaBr2Pvrowe+XSz3GZgY0QtoNQDGwNwSDw79ZeJPuGHCd9cfGlZtvOAfoM1y20x6vZS2OQbZrel8A1nidgINOE+kmum+f7C7gg3bQpMjA+z+VcmL8A6O+98EFRXAg5th2hbDJh3I+f4JKk/kQWL0kFxT2CWXRny/CXtteN9Xkux1bDUMyro0vb6w64mJGtfF+SvXIuUaRAX569AKCbde7LXp+tcz5ir3P9461zMXSGWEZn4z6gGzaHedXKvoTyvEqfVI0BV5g9cetcPgt9yzKZ3EAjdTS56jtZwU7eqlmWhLNcS2yIK1ZYgyCroyHUQivU4O38GcGACwBZ1FjAsoDJ9zsOxh087l+lr5MigwEMYBmB5o0Q5beyKWTZZ6Lsln8ra/V9rtAlsaVwpu/7Uj6UHY7TVI5cNPOrEuvkf05XGr3V72gsYeTWLXHJcn9YO1z6H5k3kYcLozTu5dHdAfLYmql8840DQ66LhvomAOcDuJ8n7kC8IHy8v7eEynmEfp64C5UvCtOP3bg7e11NXyzX3fnxSvq/va6mL9VeJNt9kVykor7W6OZ/6UfKEVSI65Q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745" y="2285102"/>
            <a:ext cx="2304256" cy="1663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230946"/>
            <a:ext cx="177165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5390630"/>
            <a:ext cx="143827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483" y="5443264"/>
            <a:ext cx="1499101" cy="1414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utoShape 10" descr="ᐈ Звезди рисунки, фотографии звезда | скачать на Depositphotos®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12" descr="ᐈ Звезди рисунки, фотографии звезда | скачать на Depositphotos®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04504" y="3450472"/>
            <a:ext cx="497967" cy="497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utoShape 15" descr="ᐈ Звезди рисунки, фотографии звезда | скачать на Depositphotos®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810" y="4731742"/>
            <a:ext cx="711522" cy="711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586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ru-RU"/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/>
              <a:t>Справочник по </a:t>
            </a:r>
            <a:r>
              <a:rPr lang="en-US" b="1"/>
              <a:t>HTML </a:t>
            </a:r>
            <a:r>
              <a:rPr lang="en-US">
                <a:hlinkClick r:id="rId2"/>
              </a:rPr>
              <a:t>http://htmlbook.ru/html/</a:t>
            </a:r>
            <a:endParaRPr lang="ru-RU"/>
          </a:p>
          <a:p>
            <a:r>
              <a:rPr lang="en-US">
                <a:hlinkClick r:id="rId3"/>
              </a:rPr>
              <a:t>https://developer.mozilla.org/ru/docs/Web/JavaScript</a:t>
            </a:r>
            <a:endParaRPr lang="ru-RU"/>
          </a:p>
          <a:p>
            <a:r>
              <a:rPr lang="ru-RU" b="1"/>
              <a:t>Курс по </a:t>
            </a:r>
            <a:r>
              <a:rPr lang="en-US" b="1"/>
              <a:t>JavaScript </a:t>
            </a:r>
            <a:r>
              <a:rPr lang="en-US">
                <a:hlinkClick r:id="rId4"/>
              </a:rPr>
              <a:t>https://metanit.com/web/javascript/</a:t>
            </a:r>
            <a:endParaRPr lang="ru-RU"/>
          </a:p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3687510"/>
            <a:ext cx="783531" cy="783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879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ru-RU"/>
              <a:t>Что такое </a:t>
            </a:r>
            <a:r>
              <a:rPr lang="en-US"/>
              <a:t>HTML</a:t>
            </a:r>
            <a:r>
              <a:rPr lang="ru-RU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/>
              <a:t>	HTML (</a:t>
            </a:r>
            <a:r>
              <a:rPr lang="ru-RU" err="1"/>
              <a:t>HyperText</a:t>
            </a:r>
            <a:r>
              <a:rPr lang="ru-RU"/>
              <a:t> </a:t>
            </a:r>
            <a:r>
              <a:rPr lang="ru-RU" err="1"/>
              <a:t>Markup</a:t>
            </a:r>
            <a:r>
              <a:rPr lang="ru-RU"/>
              <a:t> </a:t>
            </a:r>
            <a:r>
              <a:rPr lang="ru-RU" err="1"/>
              <a:t>Language</a:t>
            </a:r>
            <a:r>
              <a:rPr lang="ru-RU"/>
              <a:t>) представляет язык разметки гипертекста, используемый преимущественно для создания документов в сети интернет. </a:t>
            </a:r>
          </a:p>
          <a:p>
            <a:pPr marL="0" indent="0" algn="just">
              <a:buNone/>
            </a:pPr>
            <a:r>
              <a:rPr lang="ru-RU"/>
              <a:t>	HTML начал свой путь в начале 90-х годов как примитивный язык для создания веб-страниц, и в настоящий момент уже трудно представить себе интернет без HTML. Подавляющее большинство сайтов так или иначе используют HTML.</a:t>
            </a:r>
          </a:p>
        </p:txBody>
      </p:sp>
    </p:spTree>
    <p:extLst>
      <p:ext uri="{BB962C8B-B14F-4D97-AF65-F5344CB8AC3E}">
        <p14:creationId xmlns:p14="http://schemas.microsoft.com/office/powerpoint/2010/main" val="3658476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ru-RU"/>
              <a:t>Что такое </a:t>
            </a:r>
            <a:r>
              <a:rPr lang="en-US" err="1"/>
              <a:t>Javascript</a:t>
            </a:r>
            <a:r>
              <a:rPr lang="ru-RU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/>
              <a:t>	</a:t>
            </a:r>
            <a:r>
              <a:rPr lang="ru-RU" err="1"/>
              <a:t>JavaScript</a:t>
            </a:r>
            <a:r>
              <a:rPr lang="ru-RU"/>
              <a:t> </a:t>
            </a:r>
            <a:r>
              <a:rPr lang="en-US"/>
              <a:t>JS</a:t>
            </a:r>
            <a:r>
              <a:rPr lang="ru-RU"/>
              <a:t> — </a:t>
            </a:r>
            <a:r>
              <a:rPr lang="ru-RU" err="1"/>
              <a:t>мультипарадигменный</a:t>
            </a:r>
            <a:r>
              <a:rPr lang="ru-RU"/>
              <a:t> язык программирования. Поддерживает объектно-ориентированный, императивный и функциональный стили.</a:t>
            </a:r>
          </a:p>
        </p:txBody>
      </p:sp>
    </p:spTree>
    <p:extLst>
      <p:ext uri="{BB962C8B-B14F-4D97-AF65-F5344CB8AC3E}">
        <p14:creationId xmlns:p14="http://schemas.microsoft.com/office/powerpoint/2010/main" val="153944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DOM-</a:t>
            </a:r>
            <a:r>
              <a:rPr lang="ru-RU" b="1"/>
              <a:t>дерево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sz="2000">
                <a:latin typeface="Times New Roman" pitchFamily="18" charset="0"/>
                <a:cs typeface="Times New Roman" pitchFamily="18" charset="0"/>
              </a:rPr>
              <a:t>Основой HTML-документа являются теги.</a:t>
            </a:r>
          </a:p>
          <a:p>
            <a:pPr marL="0" indent="0" algn="just">
              <a:buNone/>
            </a:pPr>
            <a:r>
              <a:rPr lang="ru-RU" sz="2000">
                <a:latin typeface="Times New Roman" pitchFamily="18" charset="0"/>
                <a:cs typeface="Times New Roman" pitchFamily="18" charset="0"/>
              </a:rPr>
              <a:t>В соответствии с объектной моделью документа («</a:t>
            </a:r>
            <a:r>
              <a:rPr lang="ru-RU" sz="2000" err="1">
                <a:latin typeface="Times New Roman" pitchFamily="18" charset="0"/>
                <a:cs typeface="Times New Roman" pitchFamily="18" charset="0"/>
              </a:rPr>
              <a:t>Document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err="1">
                <a:latin typeface="Times New Roman" pitchFamily="18" charset="0"/>
                <a:cs typeface="Times New Roman" pitchFamily="18" charset="0"/>
              </a:rPr>
              <a:t>Object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err="1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», коротко DOM), каждый HTML-тег является объектом. Вложенные теги являются «детьми» родительского элемента. Текст, который находится внутри тега, также является объектом.</a:t>
            </a:r>
          </a:p>
          <a:p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789040"/>
            <a:ext cx="4032448" cy="2894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67544" y="3750378"/>
            <a:ext cx="4211960" cy="9233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/>
              <a:t>Все эти объекты доступны при помощи </a:t>
            </a:r>
            <a:r>
              <a:rPr lang="ru-RU" err="1"/>
              <a:t>JavaScript</a:t>
            </a:r>
            <a:r>
              <a:rPr lang="ru-RU"/>
              <a:t>, мы можем использовать их для изменения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2354054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0956" y="2636912"/>
            <a:ext cx="8229600" cy="11430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ru-RU"/>
              <a:t>Пример. Первая программа на </a:t>
            </a:r>
            <a:r>
              <a:rPr lang="en-US"/>
              <a:t>JS</a:t>
            </a:r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3563888" y="3789040"/>
            <a:ext cx="4644008" cy="5715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Файл </a:t>
            </a:r>
            <a:r>
              <a:rPr lang="en-US"/>
              <a:t>main.html </a:t>
            </a:r>
            <a:r>
              <a:rPr lang="ru-RU"/>
              <a:t>в папке Практика 1</a:t>
            </a:r>
          </a:p>
        </p:txBody>
      </p:sp>
    </p:spTree>
    <p:extLst>
      <p:ext uri="{BB962C8B-B14F-4D97-AF65-F5344CB8AC3E}">
        <p14:creationId xmlns:p14="http://schemas.microsoft.com/office/powerpoint/2010/main" val="139346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ru-RU"/>
              <a:t>Как запустить </a:t>
            </a:r>
            <a:r>
              <a:rPr lang="en-US" err="1"/>
              <a:t>javascript</a:t>
            </a:r>
            <a:r>
              <a:rPr lang="ru-RU"/>
              <a:t>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65" y="2268560"/>
            <a:ext cx="8167483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643359" y="1196752"/>
            <a:ext cx="5502788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ru-RU"/>
              <a:t>Создайте новую папку для Вашего будущего проекта.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43359" y="1520775"/>
            <a:ext cx="5651355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ru-RU"/>
              <a:t>Создайте новый </a:t>
            </a:r>
            <a:r>
              <a:rPr lang="en-US"/>
              <a:t>html </a:t>
            </a:r>
            <a:r>
              <a:rPr lang="ru-RU"/>
              <a:t>файл (например </a:t>
            </a:r>
            <a:r>
              <a:rPr lang="en-US" err="1"/>
              <a:t>abiturient.hmtl</a:t>
            </a:r>
            <a:r>
              <a:rPr lang="ru-RU"/>
              <a:t>) </a:t>
            </a:r>
          </a:p>
          <a:p>
            <a:r>
              <a:rPr lang="ru-RU"/>
              <a:t>Файл должен содержать ниже представленный код </a:t>
            </a:r>
          </a:p>
        </p:txBody>
      </p:sp>
    </p:spTree>
    <p:extLst>
      <p:ext uri="{BB962C8B-B14F-4D97-AF65-F5344CB8AC3E}">
        <p14:creationId xmlns:p14="http://schemas.microsoft.com/office/powerpoint/2010/main" val="259765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Создадим новую кнопку в </a:t>
            </a:r>
            <a:r>
              <a:rPr lang="en-US"/>
              <a:t>html </a:t>
            </a:r>
            <a:r>
              <a:rPr lang="ru-RU"/>
              <a:t>файле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Создадим кнопку </a:t>
            </a:r>
            <a:r>
              <a:rPr lang="en-US"/>
              <a:t>JS </a:t>
            </a:r>
          </a:p>
          <a:p>
            <a:endParaRPr lang="en-US"/>
          </a:p>
          <a:p>
            <a:endParaRPr lang="en-US"/>
          </a:p>
          <a:p>
            <a:r>
              <a:rPr lang="ru-RU"/>
              <a:t>Изменим наш файл со скриптом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590799"/>
            <a:ext cx="6984776" cy="864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164763"/>
            <a:ext cx="8543146" cy="4342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193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648072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ru-RU"/>
              <a:t>Задание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80728"/>
            <a:ext cx="8445624" cy="5290618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ru-RU" sz="240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Подготовка рабочего места. Установите необходимое программное обеспечение(среда для создания приложений + веб-браузер</a:t>
            </a:r>
          </a:p>
          <a:p>
            <a:pPr marL="514350" indent="-514350">
              <a:buAutoNum type="arabicPeriod"/>
            </a:pPr>
            <a:r>
              <a:rPr lang="ru-RU" sz="2400">
                <a:latin typeface="Times New Roman" pitchFamily="18" charset="0"/>
                <a:cs typeface="Times New Roman" pitchFamily="18" charset="0"/>
              </a:rPr>
              <a:t>Создайте новую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страницу (Используйте поля из вашего индивидуального задания). </a:t>
            </a:r>
          </a:p>
          <a:p>
            <a:pPr marL="514350" indent="-514350">
              <a:buAutoNum type="arabicPeriod"/>
            </a:pPr>
            <a:r>
              <a:rPr lang="ru-RU" sz="2400">
                <a:latin typeface="Times New Roman" pitchFamily="18" charset="0"/>
                <a:cs typeface="Times New Roman" pitchFamily="18" charset="0"/>
              </a:rPr>
              <a:t>Подключите внешний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файл, который содержит информацию (типы данных: Поля из индивидуального задания). </a:t>
            </a:r>
          </a:p>
          <a:p>
            <a:pPr marL="514350" indent="-514350">
              <a:buAutoNum type="arabicPeriod"/>
            </a:pPr>
            <a:r>
              <a:rPr lang="ru-RU" sz="2400">
                <a:latin typeface="Times New Roman" pitchFamily="18" charset="0"/>
                <a:cs typeface="Times New Roman" pitchFamily="18" charset="0"/>
              </a:rPr>
              <a:t>Создайте событие в скрипте, которое выводит информацию в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console.log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и на форме (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InnerHTML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)а кнопку «Вывести информацию»</a:t>
            </a:r>
          </a:p>
          <a:p>
            <a:pPr marL="514350" indent="-514350">
              <a:buAutoNum type="arabicPeriod"/>
            </a:pPr>
            <a:r>
              <a:rPr lang="ru-RU" sz="2400">
                <a:latin typeface="Times New Roman" pitchFamily="18" charset="0"/>
                <a:cs typeface="Times New Roman" pitchFamily="18" charset="0"/>
              </a:rPr>
              <a:t>Полученный результат внесите в отчёт, а также в инд. задание и дневник практики  </a:t>
            </a:r>
          </a:p>
        </p:txBody>
      </p:sp>
    </p:spTree>
    <p:extLst>
      <p:ext uri="{BB962C8B-B14F-4D97-AF65-F5344CB8AC3E}">
        <p14:creationId xmlns:p14="http://schemas.microsoft.com/office/powerpoint/2010/main" val="7050421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86BF811E1097ED438CD73E02200C1EC0" ma:contentTypeVersion="8" ma:contentTypeDescription="Создание документа." ma:contentTypeScope="" ma:versionID="f65caa8728f755dd3c1f3b785d55d954">
  <xsd:schema xmlns:xsd="http://www.w3.org/2001/XMLSchema" xmlns:xs="http://www.w3.org/2001/XMLSchema" xmlns:p="http://schemas.microsoft.com/office/2006/metadata/properties" xmlns:ns2="f8a80d3a-18d2-4689-9763-0b396a1b715d" targetNamespace="http://schemas.microsoft.com/office/2006/metadata/properties" ma:root="true" ma:fieldsID="c64f6aa99b18d1a7350007a90340595e" ns2:_="">
    <xsd:import namespace="f8a80d3a-18d2-4689-9763-0b396a1b71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80d3a-18d2-4689-9763-0b396a1b71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DAC7FC-0696-4E10-A08B-ECE3E016E3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E88DBC-D31A-44F6-8D8B-AADF86993DB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2BE36BD-85C1-487C-9AAF-E29722D77097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Экран (4:3)</PresentationFormat>
  <Slides>11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 Создание приложений в JavaScript </vt:lpstr>
      <vt:lpstr>Наименование темы:</vt:lpstr>
      <vt:lpstr>Программные инструменты и полезная литература</vt:lpstr>
      <vt:lpstr>Литература</vt:lpstr>
      <vt:lpstr>Что такое HTML?</vt:lpstr>
      <vt:lpstr>Что такое Javascript?</vt:lpstr>
      <vt:lpstr>DOM-дерево</vt:lpstr>
      <vt:lpstr>Пример. Первая программа на JS</vt:lpstr>
      <vt:lpstr>Как запустить javascript?</vt:lpstr>
      <vt:lpstr>Создадим новую кнопку в html файле</vt:lpstr>
      <vt:lpstr>Задание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 и CSS3</dc:title>
  <dc:creator>Рустам</dc:creator>
  <cp:revision>2</cp:revision>
  <dcterms:created xsi:type="dcterms:W3CDTF">2019-02-06T13:55:47Z</dcterms:created>
  <dcterms:modified xsi:type="dcterms:W3CDTF">2021-11-28T16:22:51Z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0x01010086BF811E1097ED438CD73E02200C1EC0</vt:lpwstr>
  </property>
</Properties>
</file>